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DineSync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Management System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514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digital solution to manage every operation of a restaurant — from taking orders to generating bills, tracking inventory, managing staff, and sending automated notifications.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361188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611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361188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3611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361188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611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JS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361188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611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88720" y="4087368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0873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0" y="4087368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40873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4087368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40873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4087368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40873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March 31, 2026  |  GitHub: github.com/arcmach69-dev/dinesync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DineSync?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Waiters write orders on paper → mistakes happen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6537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Kitchen cannot see orders in real-time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408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Bills calculated manually → wrong amounts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163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way to track which table is occupied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Inventory checked manually → items run out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673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record of daily sales and profit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2428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Staff salaries tracked in notebooks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82296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822960"/>
            <a:ext cx="4023360" cy="4572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822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DineSync Solution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13898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Digital orders placed on screen instantly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186537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Kitchen sees orders live — auto refreshes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3408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Bills auto-generated with tax and discounts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8163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Tables show AVAILABLE/OCCUPIED in real-time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Inventory tracked — auto alert when low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7673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Sales dashboard shows daily/weekly profits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42428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Staff salary management built into system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DineSync Work?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this — everything a restaurant does manually, DineSync does digitally: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57200" cy="45720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234440"/>
            <a:ext cx="79552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Customer arrives 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234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 opens DineSync on tablet/computer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457200" cy="45720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1783080"/>
            <a:ext cx="79552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Order placed 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 selects table, picks menu items, clicks Place Order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2331720"/>
            <a:ext cx="79552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👨‍🍳 Kitchen notified 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appears on Kitchen Dashboard automatically (within 5 seconds)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457200" cy="4572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2880360"/>
            <a:ext cx="79552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🍳 Food prepared 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2880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updates status: PREPARING →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429000"/>
            <a:ext cx="457200" cy="45720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22960" y="3429000"/>
            <a:ext cx="79552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Food served 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0" y="3429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 sees READY status, dispatches food to table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97764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2960" y="3977640"/>
            <a:ext cx="79552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Bill generated —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0040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 clicks Generate Bill → invoice created with tax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526280"/>
            <a:ext cx="457200" cy="45720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22960" y="4526280"/>
            <a:ext cx="79552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Payment collected —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00400" y="4526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pays (Cash/Card/UPI/Apple Pay) → Sales updated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DineSync? — 5 Different Roles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gets their OWN login and their OWN dashboard. They can ONLY see what they are allowed to see.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1170432"/>
            <a:ext cx="1664208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1170432"/>
            <a:ext cx="1664208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" y="123444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👑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" y="182880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" y="217627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Owner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6304" y="2487168"/>
            <a:ext cx="1554480" cy="2011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" y="24871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CAN 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4592" y="271576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Add/edit/delete menu items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" y="303580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and manage all staff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4592" y="335584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ALL sales including profit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64592" y="367588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access to everything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92808" y="1170432"/>
            <a:ext cx="1664208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498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92808" y="1170432"/>
            <a:ext cx="1664208" cy="54864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92808" y="123444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892808" y="182880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92808" y="217627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Manager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47672" y="2487168"/>
            <a:ext cx="1554480" cy="2011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47672" y="24871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CAN DO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65960" y="271576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all orders and tables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965960" y="303580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 inventory &amp; discounts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65960" y="335584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staff salaries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965960" y="367588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Send notifications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94176" y="1170432"/>
            <a:ext cx="1664208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94176" y="1170432"/>
            <a:ext cx="1664208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94176" y="123444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🍽️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694176" y="182880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94176" y="217627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Staff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49040" y="2487168"/>
            <a:ext cx="1554480" cy="2011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24871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CAN DO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67328" y="271576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available tables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767328" y="303580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Place orders for customers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767328" y="335584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Dispatch food when ready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767328" y="367588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 and collect bills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95544" y="1170432"/>
            <a:ext cx="1664208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95544" y="1170432"/>
            <a:ext cx="1664208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95544" y="123444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👨‍🍳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5495544" y="182880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95544" y="217627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Staff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550408" y="2487168"/>
            <a:ext cx="1554480" cy="2011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50408" y="24871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CAN DO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68696" y="271576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all incoming orders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568696" y="303580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 orders as Preparing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568696" y="335584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 orders as Ready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568696" y="367588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Auto-refreshes every 5 sec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296912" y="1170432"/>
            <a:ext cx="1664208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296912" y="1170432"/>
            <a:ext cx="1664208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96912" y="123444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🛒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7296912" y="182880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296912" y="217627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Customer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351776" y="2487168"/>
            <a:ext cx="1554480" cy="2011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51776" y="24871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CAN DO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370064" y="271576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 menu with prices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370064" y="303580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items to cart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370064" y="335584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Place online orders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370064" y="367588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order status live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 — In Simple Words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206240" cy="1298448"/>
          </a:xfrm>
          <a:prstGeom prst="rect">
            <a:avLst/>
          </a:prstGeom>
          <a:solidFill>
            <a:srgbClr val="16213E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04672"/>
            <a:ext cx="109728" cy="129844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595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React JS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2252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The Frontend (what user sees)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4996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5 different dashboards using React. Each role sees a different screen. React updates the page without reloading — like Gmail or Facebook.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206240" cy="1298448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804672"/>
            <a:ext cx="109728" cy="129844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8595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 Spring Boot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2252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The Backend (business logic)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4996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Spring Boot handles all the rules — check if login is correct, save orders to database, calculate bill amounts, send emails. It is the brain of DineSync.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221992"/>
            <a:ext cx="4206240" cy="1298448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221992"/>
            <a:ext cx="109728" cy="12984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768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MySQL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2642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The Database (storage)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91693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stored here — user accounts, orders, menu items, payments, inventory. Think of it as the filing cabinet of the restaurant.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221992"/>
            <a:ext cx="4206240" cy="1298448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221992"/>
            <a:ext cx="109728" cy="12984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2768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JWT (JSON Web Token)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2642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The Security System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91693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login, server gives you a TOKEN (like a hotel key card). Every request you make, you show this token. Server checks — are you ADMIN or WAITER? Then decides what you can see.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639312"/>
            <a:ext cx="4206240" cy="1298448"/>
          </a:xfrm>
          <a:prstGeom prst="rect">
            <a:avLst/>
          </a:prstGeom>
          <a:solidFill>
            <a:srgbClr val="16213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3639312"/>
            <a:ext cx="109728" cy="129844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6941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Microservices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" y="4059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Two separate backend applications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33425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big app, we split into User Service (handles users/login) and Restaurant Service (handles orders/menu). If one has problem, other still works.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639312"/>
            <a:ext cx="4206240" cy="1298448"/>
          </a:xfrm>
          <a:prstGeom prst="rect">
            <a:avLst/>
          </a:prstGeom>
          <a:solidFill>
            <a:srgbClr val="1621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3639312"/>
            <a:ext cx="109728" cy="12984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6941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API Gateway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92040" y="4059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The front door of backend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433425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talks to only ONE address (:1997). Gateway then routes request to correct service. Like a receptionist who directs visitors to correct department.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 — Explained Simply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Simple Analogy: Instead of one giant kitchen doing everything, DineSync has SEPARATE kitchens for different jobs. If the billing kitchen has a problem, the ordering kitchen still works perfectly.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60020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600200"/>
            <a:ext cx="4114800" cy="4389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6002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Eureka Server  (Port: 8761)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" y="210312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Directory. Every service registers here when it starts. Like a phone book — Eureka knows where every service is running.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60020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498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600200"/>
            <a:ext cx="4114800" cy="43891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6002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API Gateway  (Port: 1997)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0328" y="210312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Entry Point. React always sends requests to port 1997. Gateway reads the URL and forwards to correct service. Nobody accesses services directly.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315468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154680"/>
            <a:ext cx="4114800" cy="43891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315468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User Service  (Port: 1111)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" y="365760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everything about PEOPLE — login, JWT tokens, user accounts, salaries, attendance records, email notifications, SMS notifications.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315468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154680"/>
            <a:ext cx="4114800" cy="43891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15468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Restaurant Service  (Port: 1969)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10328" y="365760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everything about RESTAURANT — menu items, orders, tables, inventory, payments, sales records, discounts and coupons.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Order: 1. Eureka  →  2. User Service  →  3. Restaurant Service  →  4. API Gateway  →  5. React Frontend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— How Login Works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= JSON Web Token. It is like a DIGITAL ID CARD given to you after login. You show this ID card with every request you make.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298448"/>
            <a:ext cx="420624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" y="1572768"/>
            <a:ext cx="457200" cy="45720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" y="13716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email + password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171907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admin@dinesync.com / admin123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the Sign In button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298448"/>
            <a:ext cx="420624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18888" y="1572768"/>
            <a:ext cx="457200" cy="45720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67528" y="13716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verifies credentials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67528" y="171907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checks if email exists in database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decrypts password and matches 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560320"/>
            <a:ext cx="420624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" y="283464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6968" y="26334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generated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968" y="2980944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creates a token containing: User ID + Role + Expiry 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is encrypted — nobody can fake 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560320"/>
            <a:ext cx="420624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18888" y="2834640"/>
            <a:ext cx="457200" cy="45720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67528" y="26334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sent to React frontend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67528" y="2980944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stores token in sessionStorage (each browser tab separate)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stores: role, email for display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822192"/>
            <a:ext cx="420624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" y="4096512"/>
            <a:ext cx="457200" cy="4572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86968" y="389534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request includes token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6968" y="4242816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interceptor automatically adds token to every request header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reads token → knows WHO you are and WHAT you can do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822192"/>
            <a:ext cx="420624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18888" y="409651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67528" y="389534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redirect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67528" y="4242816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/admin dashboard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→ /manager  |  WAITER → /waiter  |  KITCHEN → /kitchen  |  CUSTOMER → /customer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What Data We Store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868680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955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2 separate MySQL databases — one for people (users) and one for restaurant operations. This is part of our Microservices design.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4023360" cy="4114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371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dinesync_users  (User Service)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847088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874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users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21671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first_name, last_name, email, password (BCrypt encrypted), role (ADMIN/MANAGER/WAITER...), phone, created_at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2807208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8346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salaries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" y="31272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salary_id, user_id (FK), role, full_name, base_salary, month, year, status (PENDING/PAID)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3767328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794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attendance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" y="40873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attendance_id, user_id (FK), full_name, role, date, check_in, check_out, status (PRESENT/ABSENT/HALFDAY), leave_type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92040" y="1371600"/>
            <a:ext cx="4023360" cy="411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371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dinesync_restaurant  (Restaurant Service)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1847088"/>
            <a:ext cx="4023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1874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menu_items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10912" y="21305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item_id, dish_name, category, spice_level, price, availability, stock_quantity, variant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92040" y="2651760"/>
            <a:ext cx="4023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2679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orders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10912" y="293522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order_id, customer_id (FK), table_id (FK), order_type, order_status, total_amount, customer_name, phone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3456432"/>
            <a:ext cx="4023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34838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restaurant_tables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10912" y="373989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table_id, row_name, table_number, capacity, status (AVAILABLE/OCCUPIED/RESERVED)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92040" y="4261104"/>
            <a:ext cx="4023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42885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payments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10912" y="45445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payment_id, order_id (FK), amount, payment_method, payment_status, paid_at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4663440"/>
            <a:ext cx="8686800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46634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Primary Key = unique ID of each record   |   🔗 Foreign Key = connects tables together   |   ENUM = fixed options like ADMIN, WAITER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Features List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2834640" cy="987552"/>
          </a:xfrm>
          <a:prstGeom prst="rect">
            <a:avLst/>
          </a:prstGeom>
          <a:solidFill>
            <a:srgbClr val="16213E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04672"/>
            <a:ext cx="91440" cy="98755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85953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JWT Login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" y="11887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multi-role login. Each role gets own dashboard. Token expires automatically.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82112" y="804672"/>
            <a:ext cx="2834640" cy="987552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82112" y="804672"/>
            <a:ext cx="91440" cy="9875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85953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🪑 Table Management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1887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tables with row/number/capacity. Status auto-changes AVAILABLE→OCCUPIED when order placed.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81344" y="804672"/>
            <a:ext cx="2834640" cy="987552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1344" y="804672"/>
            <a:ext cx="91440" cy="9875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792" y="85953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Order Management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36792" y="11887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orders linked to table. Status: RECEIVED→PREPARING→READY→DELIVERED. Customer name &amp; phone captured.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" y="1874520"/>
            <a:ext cx="2834640" cy="987552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1874520"/>
            <a:ext cx="91440" cy="9875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192938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👨‍🍳 Kitchen 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" y="225856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Auto-refreshes every 5 seconds. Kitchen sees new orders instantly. One click to update status.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82112" y="1874520"/>
            <a:ext cx="2834640" cy="987552"/>
          </a:xfrm>
          <a:prstGeom prst="rect">
            <a:avLst/>
          </a:prstGeom>
          <a:solidFill>
            <a:srgbClr val="16213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82112" y="1874520"/>
            <a:ext cx="91440" cy="98755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92938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Invoice &amp; Billing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225856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bill with 8% tax. Apply coupon discount. Download as PDF. CASH/CARD/UPI/APPLE PAY.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81344" y="1874520"/>
            <a:ext cx="2834640" cy="987552"/>
          </a:xfrm>
          <a:prstGeom prst="rect">
            <a:avLst/>
          </a:prstGeom>
          <a:solidFill>
            <a:srgbClr val="1621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81344" y="1874520"/>
            <a:ext cx="91440" cy="9875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192938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Staff Management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36792" y="225856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adds/edits/deletes staff from UI. Assign roles. US phone format validation.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2880" y="2944368"/>
            <a:ext cx="2834640" cy="987552"/>
          </a:xfrm>
          <a:prstGeom prst="rect">
            <a:avLst/>
          </a:prstGeom>
          <a:solidFill>
            <a:srgbClr val="16213E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2944368"/>
            <a:ext cx="91440" cy="98755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" y="29992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Inventory Tracking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8328" y="332841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ingredients with minimum threshold. Auto email alert when stock falls below limit.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82112" y="2944368"/>
            <a:ext cx="2834640" cy="987552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82112" y="2944368"/>
            <a:ext cx="91440" cy="9875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29992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Sales Analytics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37560" y="332841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weekly, monthly bar charts. Auto-updates when payment collected. Admin sees profit.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81344" y="2944368"/>
            <a:ext cx="2834640" cy="987552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81344" y="2944368"/>
            <a:ext cx="91440" cy="9875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36792" y="29992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🎟️ Discounts &amp; Coupons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36792" y="332841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OFFER (everyone) or COUPON (code-based). Set expiry, minimum order, discount % or flat amount.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82880" y="4014216"/>
            <a:ext cx="2834640" cy="987552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2880" y="4014216"/>
            <a:ext cx="91440" cy="9875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" y="4069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Salary Management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38328" y="439826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MANAGER ($8000), KITCHEN ($5000), WAITER ($3000). Mark PAID/PENDING monthly.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82112" y="4014216"/>
            <a:ext cx="2834640" cy="987552"/>
          </a:xfrm>
          <a:prstGeom prst="rect">
            <a:avLst/>
          </a:prstGeom>
          <a:solidFill>
            <a:srgbClr val="16213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82112" y="4014216"/>
            <a:ext cx="91440" cy="98755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37560" y="4069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Attendance Tracking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337560" y="439826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PRESENT/ABSENT/HALFDAY. Record check-in/out times. Filter by date. Leave types.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81344" y="4014216"/>
            <a:ext cx="2834640" cy="987552"/>
          </a:xfrm>
          <a:prstGeom prst="rect">
            <a:avLst/>
          </a:prstGeom>
          <a:solidFill>
            <a:srgbClr val="1621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81344" y="4014216"/>
            <a:ext cx="91440" cy="9875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36792" y="4069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Email + SMS Auto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336792" y="439826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confirm, low stock alert, payment receipt, daily report at 11 PM automatically.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Spring Boot Works — 4 Layer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in DineSync follows this same 4-layer pattern. Think of it like a restaurant itself: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8686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98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2011680" cy="86868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887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31720" y="12435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The Waiter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15179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HTTP requests from React frontend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31720" y="1755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@RestController @GetMapping @PostMapping  |  Example: UserController receives POST /api/auth/login request from Login page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2148840"/>
            <a:ext cx="8686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148840"/>
            <a:ext cx="2011680" cy="8686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1488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👨‍🍳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31720" y="2203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The Chef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24780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all business logic and rules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31720" y="27157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@Service @Autowired  |  Example: UserService checks if password matches, generates JWT token, applies business rules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108960"/>
            <a:ext cx="8686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108960"/>
            <a:ext cx="2011680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1089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31720" y="3163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The Store Room Manager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31720" y="34381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the MySQL database only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31720" y="36758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JpaRepository — save(), findAll(), findById()  |  Example: UserRepository.findByEmail("admin@dinesync.com") returns user from database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069080"/>
            <a:ext cx="8686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4069080"/>
            <a:ext cx="2011680" cy="8686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40690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331720" y="41239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The Recipe Card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31720" y="439826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structure of database tables in Java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331720" y="46360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@Entity @Table @Column @Id  |  Example: User.java class maps to users table — every field is a database column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5047488"/>
            <a:ext cx="8686800" cy="2743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50474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React → Controller → Service → Repository → MySQL → Repository → Service → Controller → React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to Payment — Complete Lifecycle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97680" cy="987552"/>
          </a:xfrm>
          <a:prstGeom prst="rect">
            <a:avLst/>
          </a:prstGeom>
          <a:solidFill>
            <a:srgbClr val="16213E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33272"/>
            <a:ext cx="411480" cy="41148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33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832104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8321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on AVAILABLE table → Order form opens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menu items, enters customer name &amp; phone, chooses order type (DINE_IN/TAKEAWAY)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777240"/>
            <a:ext cx="4297680" cy="987552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033272"/>
            <a:ext cx="411480" cy="4114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33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03520" y="832104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8321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0352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saved to database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status changes to OCCUPIED. Order status = RECEIVED. Total calculated automatically.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1847088"/>
            <a:ext cx="4297680" cy="987552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103120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190195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1901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2212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appears on Kitchen Dashboard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2487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every 5 seconds. Kitchen sees order immediately. Can click "Start Preparing"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1847088"/>
            <a:ext cx="4297680" cy="987552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103120"/>
            <a:ext cx="411480" cy="4114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03520" y="190195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1901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03520" y="2212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order as PREPARING then READY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03520" y="2487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 Dashboard shows green "Ready to Serve" alert. Waiter is notified to collect food.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82880" y="2916936"/>
            <a:ext cx="4297680" cy="987552"/>
          </a:xfrm>
          <a:prstGeom prst="rect">
            <a:avLst/>
          </a:prstGeom>
          <a:solidFill>
            <a:srgbClr val="16213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172968"/>
            <a:ext cx="411480" cy="41148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172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77240" y="297180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2971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" y="32826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Dispatch / Mark Delivered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" y="35570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= DELIVERED. Table becomes AVAILABLE again automatically for next customer.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2916936"/>
            <a:ext cx="4297680" cy="987552"/>
          </a:xfrm>
          <a:prstGeom prst="rect">
            <a:avLst/>
          </a:prstGeom>
          <a:solidFill>
            <a:srgbClr val="1621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3172968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172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303520" y="297180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0" y="2971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03520" y="32826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Generate Bill button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03520" y="35570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page opens with subtotal, 8% tax, any coupon discount applied, final total shown.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82880" y="3986784"/>
            <a:ext cx="4297680" cy="987552"/>
          </a:xfrm>
          <a:prstGeom prst="rect">
            <a:avLst/>
          </a:prstGeom>
          <a:solidFill>
            <a:srgbClr val="16213E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4242816"/>
            <a:ext cx="411480" cy="41148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242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77240" y="4041648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" y="4041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77240" y="43525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payment from customer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77240" y="46268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payment method (CASH/CARD/UPI/APPLE PAY). Clicks Confirm Payment.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09160" y="3986784"/>
            <a:ext cx="4297680" cy="987552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00600" y="4242816"/>
            <a:ext cx="411480" cy="4114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0600" y="4242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303520" y="4041648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03520" y="4041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303520" y="43525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record auto-updated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303520" y="46268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todays sales += payment amount. Admin can see updated revenue immediately in Sales Dashboard.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Notifications — Email &amp; SMS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868680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955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uses JavaMailSender (Gmail SMTP). SMS uses Twilio API. Both are triggered automatically — nobody needs to click anything.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86868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371600"/>
            <a:ext cx="91440" cy="67665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536192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36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SMS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19072" y="1417320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Customer places order  |  To: Customer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19072" y="1673352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 Order #ID confirmed. Type: DINE_IN. Amount: $26.98. Status: RECEIVED.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19072" y="1847088"/>
            <a:ext cx="7086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Auto: YES — triggered when order created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2121408"/>
            <a:ext cx="86868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121408"/>
            <a:ext cx="91440" cy="67665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28600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SMS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19072" y="2167128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Inventory falls below threshold  |  To: Manager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719072" y="2423160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 LOW STOCK ALERT: Chicken remaining = 5 kg. Please restock immediately!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19072" y="2596896"/>
            <a:ext cx="7086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Auto: YES — triggered when quantity saved below minimum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2871216"/>
            <a:ext cx="86868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3498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871216"/>
            <a:ext cx="91440" cy="676656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035808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35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SMS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19072" y="2916936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Payment collected on invoice  |  To: Customer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719072" y="3172968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 Payment Confirmed for Order #1. Amount: $28.07. Method: CASH. Thank you!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19072" y="3346704"/>
            <a:ext cx="7086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Auto: YES — triggered when payment confirmed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3621024"/>
            <a:ext cx="86868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" y="3621024"/>
            <a:ext cx="91440" cy="6766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785616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7856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719072" y="366674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Every day at 11:00 PM  |  To: Admin + Manager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719072" y="3922776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 Daily Sales Report: Date: 2026-03-29. Total Orders: 15. Revenue: $450. Profit: $180.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19072" y="4096512"/>
            <a:ext cx="7086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Auto: YES — @Scheduled cron job runs automatically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4370832"/>
            <a:ext cx="86868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" y="4370832"/>
            <a:ext cx="91440" cy="67665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4535424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5354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719072" y="4416552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Every day at 9:00 AM  |  To: Admin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719072" y="4672584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 Good Morning! DineSync Restaurant System is running. Have a great day!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719072" y="4846320"/>
            <a:ext cx="7086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Auto: YES — @Scheduled cron job runs automatically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How We Protect Every Page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someone types /admin in the URL while logged in as WAITER — the system blocks them and sends them back to their own dashboard.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261872"/>
            <a:ext cx="4206240" cy="1691640"/>
          </a:xfrm>
          <a:prstGeom prst="rect">
            <a:avLst/>
          </a:prstGeom>
          <a:solidFill>
            <a:srgbClr val="16213E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61872"/>
            <a:ext cx="4206240" cy="38404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618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Backend Security (Spring Security)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 API endpoint is protected with JWT token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SecurityConfig class allows only authenticated requests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3042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Role is extracted from JWT — ADMIN/MANAGER/WAITER etc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596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Without valid token → 401 Unauthorized error returned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261872"/>
            <a:ext cx="4206240" cy="1691640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261872"/>
            <a:ext cx="4206240" cy="38404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2618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Frontend Route Protection (RoleRoute)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719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 React page is wrapped in RoleRoute component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RoleRoute checks: is user logged in? Does role match?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3042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If WAITER tries to access /admin → redirected to /waiter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596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Replace: true used so back button cannot bypass security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090672"/>
            <a:ext cx="4206240" cy="169164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3090672"/>
            <a:ext cx="420624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0906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Session Storage (Tab Isolation)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3547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Token stored in sessionStorage (not localStorage)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840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Each browser tab has its own independent session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133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 in Tab 1, Waiter in Tab 2 — completely separate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425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Closing tab automatically logs out that session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090672"/>
            <a:ext cx="4206240" cy="1691640"/>
          </a:xfrm>
          <a:prstGeom prst="rect">
            <a:avLst/>
          </a:prstGeom>
          <a:solidFill>
            <a:srgbClr val="16213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3090672"/>
            <a:ext cx="4206240" cy="38404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0906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Bank-Style Back Navigation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547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Back button works normally within the app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840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When you reach your dashboard and press back again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4133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Popup asks: Are you sure you want to logout?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4425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After logout — browser history is cleared completely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Complete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2788920" cy="43891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 Spring Boot Microservices (User + Restaurant)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7556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Eureka Server for service discovery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2128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Gateway as single entry point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6700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JWT Authentication with BCrypt password hashing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31272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RESTful APIs for all 15+ features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35844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JavaMailSender for email notifications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40416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Twilio SDK for SMS notifications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44988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@Scheduled cron jobs for automated reports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72968" y="804672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498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804672"/>
            <a:ext cx="2788920" cy="43891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2968" y="80467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Dashboards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64408" y="12984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Role-based dashboards (Admin/Manager/Waiter/Kitchen/Customer)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64408" y="17556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Login page with quick-login cards for demo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64408" y="22128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Role protection — RoleRoute component on every page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64408" y="26700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Bank-style back navigation with logout confirmation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64408" y="31272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SessionStorage for tab-isolated sessions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64408" y="35844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Recharts for sales analytics bar charts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64408" y="40416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Auto-refresh Kitchen Dashboard every 5 seconds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64408" y="44988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React Router for navigation between pages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17336" y="804672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17336" y="804672"/>
            <a:ext cx="2788920" cy="43891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17336" y="80467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08776" y="12984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users — stores all 5 types of accounts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08776" y="17556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restaurant_tables — table management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08776" y="22128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orders — complete order lifecycle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08776" y="26700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menu_items — food with categories &amp; prices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08776" y="31272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payments — CASH/CARD/UPI/APPLE PAY records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08776" y="35844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inventory — stock with threshold alerts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08776" y="40416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sales — daily revenue and profit tracking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08776" y="44988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salaries, attendance, discounts, coupons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 — What Comes Next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real software project has phases. DineSync Phase 1 is complete. Here is what we plan for Phase 2, 3, and 4: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207008"/>
            <a:ext cx="2834640" cy="34747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2070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1627632"/>
            <a:ext cx="28346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 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9751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 for waiters so they can take orders on mobile phone at the table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" y="2468880"/>
            <a:ext cx="28346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5237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Payment Gateway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28163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or Razorpay integration for real online card payments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2880" y="3310128"/>
            <a:ext cx="28346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364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Push Notifications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3657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browser notifications when order status changes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" y="4151376"/>
            <a:ext cx="28346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206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Top Selling Items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4988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which menu items are ordered most and display in sales chart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72968" y="1207008"/>
            <a:ext cx="2834640" cy="3474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72968" y="12070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172968" y="1627632"/>
            <a:ext cx="28346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Analytics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64408" y="19751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to predict busy hours, suggest menu prices, detect waste patterns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72968" y="2468880"/>
            <a:ext cx="28346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25237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Cloud Deployment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64408" y="28163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AWS EC2 with Docker containers for 24/7 availability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172968" y="3310128"/>
            <a:ext cx="28346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3364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Multi-language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64408" y="3657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Spanish, Hindi, Chinese for international restaurants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72968" y="4151376"/>
            <a:ext cx="28346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64408" y="4206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Customer Reviews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64408" y="44988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 rate dishes and leave feedback after dining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63056" y="1207008"/>
            <a:ext cx="283464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3056" y="12070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63056" y="1627632"/>
            <a:ext cx="28346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Multi-Restaurant SaaS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54496" y="19751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multiple restaurants. Each gets own dashboard and data.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63056" y="2468880"/>
            <a:ext cx="28346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54496" y="25237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Delivery Integration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54496" y="28163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DoorDash, Uber Eats, Grubhub for online delivery orders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63056" y="3310128"/>
            <a:ext cx="28346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54496" y="3364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Business Intelligence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54496" y="3657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reports for franchise owners comparing performance across locations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63056" y="4151376"/>
            <a:ext cx="28346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54496" y="4206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Loyalty Program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254496" y="44988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points system — earn points on every order, redeem for discounts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🍽️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DineSync — Restaurant Management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Java + Spring Boot + React JS + MySQL + Microservices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0" y="3182112"/>
            <a:ext cx="51206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337560"/>
            <a:ext cx="12344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3558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73989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47088" y="3337560"/>
            <a:ext cx="12344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47088" y="33558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47088" y="373989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36976" y="3337560"/>
            <a:ext cx="12344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36976" y="33558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36976" y="373989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26864" y="3337560"/>
            <a:ext cx="12344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33558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26864" y="373989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16752" y="3337560"/>
            <a:ext cx="12344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16752" y="33558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016752" y="373989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06640" y="3337560"/>
            <a:ext cx="12344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33558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06640" y="373989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Types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279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github.com/arcmach69-dev/dinesync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5902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Questions!  🙋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DineSync Restaurant Management System</dc:title>
  <dc:subject>PptxGenJS Presentation</dc:subject>
  <dc:creator>DineSync Team</dc:creator>
  <cp:lastModifiedBy>DineSync Team</cp:lastModifiedBy>
  <cp:revision>1</cp:revision>
  <dcterms:created xsi:type="dcterms:W3CDTF">2026-03-30T11:33:10Z</dcterms:created>
  <dcterms:modified xsi:type="dcterms:W3CDTF">2026-03-30T11:33:10Z</dcterms:modified>
</cp:coreProperties>
</file>